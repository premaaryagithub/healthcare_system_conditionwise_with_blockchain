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89" r:id="rId3"/>
    <p:sldId id="293" r:id="rId4"/>
    <p:sldId id="290" r:id="rId5"/>
    <p:sldId id="292" r:id="rId6"/>
    <p:sldId id="291" r:id="rId7"/>
    <p:sldId id="297" r:id="rId8"/>
    <p:sldId id="295" r:id="rId9"/>
    <p:sldId id="29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294" autoAdjust="0"/>
  </p:normalViewPr>
  <p:slideViewPr>
    <p:cSldViewPr snapToGrid="0">
      <p:cViewPr varScale="1">
        <p:scale>
          <a:sx n="62" d="100"/>
          <a:sy n="62" d="100"/>
        </p:scale>
        <p:origin x="13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FFFB8-1DD6-4435-808E-1D76E7AD0590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892A09-5F36-416A-89C0-E370DBF6C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730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3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558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201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892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95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2868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7967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5260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6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B47E-7FD2-4F7F-9381-C4308D258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2F421-AC29-47BD-8892-41909CF19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CFB46-51B2-43F8-B3E5-F10413A2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3CC8D-DF4F-4537-888A-8EE6EA88B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3F124-D10F-42EF-94F2-7FBC9565E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035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FAF84-1226-4033-A36F-9CBF8F50C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2083-37E7-4972-9BD5-DD44F1A3C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2F544-050C-4AB9-9095-D9D49AAD2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A83C4-112A-4972-9490-E0C0BFDA0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7559D-8902-4FE2-8DC9-183BD5B0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233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EF2A-5C6B-4555-B136-8C1C3CF3E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2A057-50B5-4DD0-8F0A-F2D8D5D2B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4B264-D1AA-42A0-AFED-4F6CAB8BF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7B74F-FC03-4A6C-A8E2-A0A538917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910F8-597D-4792-BAC8-A78F4A425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809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D0B0B-FB76-4571-8977-8B3C08C5D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7BF79-B272-4FC4-9106-632C8D23CA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8AF5FA-67E8-4EBE-A468-53B751D6C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AA619-C884-49E4-BAB7-9893F9220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5F6F1-CD3D-4683-B56A-CA4563B56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63B8C-7D18-4E19-8978-D5C6EBA9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600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7B01-8C23-4336-B1C3-FF72D68AA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695C1-E1E9-4A98-937E-ED1C020AD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75512-181D-4D77-8CAF-A5144E14B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5E4DC-DF2F-4F4A-8F3F-9A0A93E622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2C58E7-FA62-4552-96A3-2A99033860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98AE32-9603-437D-8BF7-0E77546FC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1969E-3CD1-4F9E-A7E7-B9B4EF8A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97F010-A6F0-4DF8-A842-5E31FC018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96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E5A20-2A9F-4D6C-943E-3346E4B8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66C692-C827-4E55-AFA5-76012CD1D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9F3284-9696-48B8-984D-EF44AFF57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3B2182-6056-4315-85AF-6B170A3BD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89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3127D1-DB28-4E2E-AB99-81CE7B31D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74E91-7F9D-445A-9D5A-D936D47F6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7EE57-433A-40AE-9D93-D33BBB3E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966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5A1A1-4F5E-44F9-B94A-C250BE555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D6C8D-A700-4FCE-B56C-3A9ABC2F1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10EC8-7B17-4C9B-9964-44916E021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20A7F-94E3-4E5B-BFA0-48322E2FC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378A7-2C2A-4383-8653-F4DA31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8D93A-9480-4E63-8798-CD24AF0A9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447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F6621-ECC8-4152-9057-81E2FDAE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3B2BEA-9AD4-4A0C-A422-54C36BB84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26CA7-371A-43DB-8F97-FAC204E22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BBC57-3C07-4506-B4A1-832FDC2A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FE5C9-2CC7-4F1D-BC56-0A551A41B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682B3-FAFE-491A-8C8A-4FCDBD771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86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4D76-6DBE-44B7-BA10-CABAE4DC1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751C6-4C65-4D0C-803C-D873E7572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3335A-CD1D-48A4-BBF1-DFE274F90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D7192-B6E0-4D23-B0F4-2ED81C24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35068-BFD5-4BFC-983A-200964FB6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487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EE84AD-9F49-48BE-9C47-E797DEF60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D3D05-FE87-4F0F-8AD2-D3A0256B3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D02F6-DF5D-4A18-81E3-7798A49C0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3DD7E-1A38-4F0A-8410-AFE04DC7F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A0932-B146-44C0-800B-F7D153BAA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585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695D76-3F76-4440-BE44-E11DC8D09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57BFB-E7FD-43C8-A3D2-454449D5C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78B87-4569-4FAE-AC1E-60B780FF4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F855A-7651-4E31-8BB5-9B7BFCF86767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9C498-524F-43DB-8E60-5093D891D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A8424-BFE9-4B1D-B213-4F570AB34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5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BTP Title (</a:t>
            </a:r>
            <a:r>
              <a:rPr lang="en-IN" i="1" dirty="0"/>
              <a:t>as agreed upon by the Guide</a:t>
            </a:r>
            <a:r>
              <a:rPr lang="en-IN" dirty="0"/>
              <a:t>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z="2800" dirty="0"/>
              <a:t>BY</a:t>
            </a:r>
          </a:p>
          <a:p>
            <a:r>
              <a:rPr lang="en-IN" sz="2800" i="1" dirty="0"/>
              <a:t>Name of all the Members in the Group</a:t>
            </a: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23813"/>
            <a:ext cx="1751379" cy="815788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7865175" y="5443347"/>
            <a:ext cx="3474492" cy="1029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Guided By,</a:t>
            </a:r>
          </a:p>
          <a:p>
            <a:r>
              <a:rPr lang="en-IN" i="1" dirty="0"/>
              <a:t>Name of the Project Guide</a:t>
            </a:r>
          </a:p>
        </p:txBody>
      </p:sp>
    </p:spTree>
    <p:extLst>
      <p:ext uri="{BB962C8B-B14F-4D97-AF65-F5344CB8AC3E}">
        <p14:creationId xmlns:p14="http://schemas.microsoft.com/office/powerpoint/2010/main" val="25252304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5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Brief intro to your Topic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Significance of the area you are working.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2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I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Work carried out in Phase I.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3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62702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Study of the other similar approaches to the problem you are solving.</a:t>
            </a:r>
          </a:p>
          <a:p>
            <a:endParaRPr lang="en-IN" dirty="0"/>
          </a:p>
          <a:p>
            <a:r>
              <a:rPr lang="en-IN" dirty="0"/>
              <a:t>Could be </a:t>
            </a:r>
            <a:r>
              <a:rPr lang="en-IN" b="1" dirty="0"/>
              <a:t>Journal/Conference papers </a:t>
            </a:r>
            <a:r>
              <a:rPr lang="en-IN" dirty="0"/>
              <a:t>OR </a:t>
            </a:r>
            <a:r>
              <a:rPr lang="en-IN" b="1" dirty="0"/>
              <a:t>Patents</a:t>
            </a:r>
            <a:r>
              <a:rPr lang="en-IN" dirty="0"/>
              <a:t> OR </a:t>
            </a:r>
            <a:r>
              <a:rPr lang="en-IN" b="1" dirty="0"/>
              <a:t>any other work </a:t>
            </a:r>
            <a:r>
              <a:rPr lang="en-IN" dirty="0"/>
              <a:t>that fits the criteria.</a:t>
            </a: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4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2210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 (</a:t>
            </a:r>
            <a:r>
              <a:rPr lang="en-IN" i="1" dirty="0"/>
              <a:t>Optional</a:t>
            </a:r>
            <a:r>
              <a:rPr lang="en-IN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Research Gap you have identified in the existing approach OR Novelty of your approach as compared to other approaches.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5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35158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Precise description of the problem you are trying to solve.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6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47340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Architecture of the proposed work. </a:t>
            </a:r>
          </a:p>
          <a:p>
            <a:endParaRPr lang="en-IN" dirty="0"/>
          </a:p>
          <a:p>
            <a:r>
              <a:rPr lang="en-IN" dirty="0"/>
              <a:t>Give an overview about how you are approaching the problem.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7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9791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You can conclude by talking about the planned work for the next phase.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8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96980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References in IEEE format.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9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61353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2444</TotalTime>
  <Words>230</Words>
  <Application>Microsoft Office PowerPoint</Application>
  <PresentationFormat>Widescreen</PresentationFormat>
  <Paragraphs>62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BTP Title (as agreed upon by the Guide)</vt:lpstr>
      <vt:lpstr>Introduction</vt:lpstr>
      <vt:lpstr>Phase I Summary</vt:lpstr>
      <vt:lpstr>Literature Review</vt:lpstr>
      <vt:lpstr>Motivation (Optional)</vt:lpstr>
      <vt:lpstr>Problem Statement</vt:lpstr>
      <vt:lpstr>Architecture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Engineering</dc:title>
  <dc:creator>Arun Cyril</dc:creator>
  <cp:lastModifiedBy>IIITKOTTAYAM</cp:lastModifiedBy>
  <cp:revision>286</cp:revision>
  <dcterms:created xsi:type="dcterms:W3CDTF">2021-08-20T07:15:07Z</dcterms:created>
  <dcterms:modified xsi:type="dcterms:W3CDTF">2024-01-30T09:04:37Z</dcterms:modified>
</cp:coreProperties>
</file>